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Funciones en R (Base)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Presentación en R Base - sin paquetes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¿Por qué usamos funciones?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Evitan repetir código
• Dividen el problema
• Facilitan depuración
• Son reutilizables
• Documentan la lógica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Ejemplo: Imputar valores faltantes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Queremos reemplazar los NA por el promedio de los valores no faltantes.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Código sin función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x &lt;- c(1.5, 2.1, NA, 4.0)
x[is.na(x)] &lt;- mean(x, na.rm = TRUE)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Versión con función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imputar_media &lt;- function(vec) {
  vec[is.na(vec)] &lt;- mean(vec, na.rm = TRUE)
  return(vec)
}
x &lt;- imputar_media(c(1.5, 2.1, NA, 4.0))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Gestión de errores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Validar entradas previene errores
• Aumenta la robustez
• Mejora la experiencia del usuario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Validación de 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imputar_media &lt;- function(vec) {
  if (!is.numeric(vec)) {
    stop("La variable debe ser numérica.")
  }
  vec[is.na(vec)] &lt;- mean(vec, na.rm = TRUE)
  return(vec)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Advertencias con warning()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if (all(is.na(vec))) {
  warning("Todos los valores son NA")
  return(vec)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Valores por defecto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Permiten que la función sea más flexible y fácil de usar.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Ejemplo con valores por defecto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imputar_valor &lt;- function(vec, metodo = "media", valor_fijo = NULL) {
  if (metodo == "media") {
    vec[is.na(vec)] &lt;- mean(vec, na.rm = TRUE)
  } else if (metodo == "fijo" &amp;&amp; !is.null(valor_fijo)) {
    vec[is.na(vec)] &lt;- valor_fijo
  } else {
    stop("Método inválido.")
  }
  return(vec)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Llamadas con distintos argumentos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imputar_valor(c(1, NA, 3))
imputar_valor(c(1, NA, 3), metodo = "fijo", valor_fijo = 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Uso de return()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Devuelve un valor explícito
• Mejora claridad del código
• No siempre es obligatorio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Con y sin return()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suma_cuadrados &lt;- function(a, b) {
  resultado &lt;- a^2 + b^2
  return(resultado)
}
suma_cuadrados &lt;- function(a, b) {
  a^2 + b^2
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Testeo de funciones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Confirma que la función hace lo esperado
• Detecta errores antes de usarlas en producción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Pruebas con stopifnot()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stopifnot(
  imputar_valor(c(1, NA, 3), metodo = "fijo", valor_fijo = 0)[2] == 0,
  imputar_valor(c(1, NA, 3))[2] == mean(c(1, 3))
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Captura de errores con tryCatch()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tryCatch(
  imputar_valor("texto"),
  error = function(e) print("Error capturado correctamente")
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Evaluar eficiencia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Importa cuando las funciones procesan muchos datos
• La vectorización suele ser más rápida que los bucles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Dos versiones de imputación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imputar_loop &lt;- function(vec) {
  for (i in seq_along(vec)) {
    if (is.na(vec[i])) {
      vec[i] &lt;- mean(vec, na.rm = TRUE)
    }
  }
  return(vec)
}
imputar_vectorizado &lt;- function(vec) {
  vec[is.na(vec)] &lt;- mean(vec, na.rm = TRUE)
  return(vec)
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Medición con system.time()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Courier New"/>
              </a:rPr>
              <a:t>x &lt;- rep(c(1:100, NA), 10000)
system.time(imputar_loop(x))
system.time(imputar_vectorizado(x))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Las funciones hacen el código más claro y reutilizable
• Validar y testear mejora la calidad
• La eficiencia importa en grandes volúmenes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Arial"/>
              </a:rP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Gracias por su atención 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